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26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2026-03-31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GitHub Commands and Tips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79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Add – Place files in staging area</a:t>
            </a:r>
          </a:p>
          <a:p>
            <a:r>
              <a:rPr lang="en-US" dirty="0" smtClean="0"/>
              <a:t>Commit – Move files from staging area to GitHub</a:t>
            </a:r>
          </a:p>
          <a:p>
            <a:r>
              <a:rPr lang="en-US" dirty="0" smtClean="0"/>
              <a:t>Branch – Copy files from GitHub to new working area in </a:t>
            </a:r>
            <a:r>
              <a:rPr lang="en-US" dirty="0" err="1" smtClean="0"/>
              <a:t>Github</a:t>
            </a:r>
            <a:endParaRPr lang="en-US" dirty="0" smtClean="0"/>
          </a:p>
          <a:p>
            <a:r>
              <a:rPr lang="en-US" dirty="0" smtClean="0"/>
              <a:t>Checkout – Switch to a different branch</a:t>
            </a:r>
          </a:p>
          <a:p>
            <a:r>
              <a:rPr lang="en-US" dirty="0" smtClean="0"/>
              <a:t>Merge – Combine changes in 2 branches</a:t>
            </a:r>
          </a:p>
          <a:p>
            <a:r>
              <a:rPr lang="en-US" dirty="0" smtClean="0"/>
              <a:t>Fetch – Download latest updates from the online repository, but no merge</a:t>
            </a:r>
          </a:p>
          <a:p>
            <a:r>
              <a:rPr lang="en-US" dirty="0" smtClean="0"/>
              <a:t>Pull – Fetch  and merge from online to local repository</a:t>
            </a:r>
          </a:p>
          <a:p>
            <a:r>
              <a:rPr lang="en-US" dirty="0" smtClean="0"/>
              <a:t>Push – Upload local changes to </a:t>
            </a:r>
            <a:r>
              <a:rPr lang="en-US" smtClean="0"/>
              <a:t>online repository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50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 Desktop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Staged changes listed under Changes</a:t>
            </a:r>
          </a:p>
          <a:p>
            <a:r>
              <a:rPr lang="en-US" dirty="0" smtClean="0"/>
              <a:t>Committed changes listed under History</a:t>
            </a:r>
            <a:endParaRPr lang="en-US" dirty="0" smtClean="0"/>
          </a:p>
          <a:p>
            <a:r>
              <a:rPr lang="en-US" dirty="0" smtClean="0"/>
              <a:t>Stash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96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92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GitHub Commands and Tips</vt:lpstr>
      <vt:lpstr>Commands</vt:lpstr>
      <vt:lpstr>GitHub Desktop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Commands and Tips</dc:title>
  <dc:creator>Baldrick</dc:creator>
  <cp:lastModifiedBy>Baldrick</cp:lastModifiedBy>
  <cp:revision>4</cp:revision>
  <dcterms:created xsi:type="dcterms:W3CDTF">2006-08-16T00:00:00Z</dcterms:created>
  <dcterms:modified xsi:type="dcterms:W3CDTF">2026-03-31T19:51:01Z</dcterms:modified>
</cp:coreProperties>
</file>